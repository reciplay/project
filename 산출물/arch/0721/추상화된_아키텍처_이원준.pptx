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0E459-7268-424D-AD5D-271B45B7B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EF493D-A808-4741-9C5E-96A776B96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D5979-717D-4A11-ACFB-F2F6E089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17-3525-4C4E-A836-C2B7F597B60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F783FD-847D-4041-8F37-3FB44673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B6F1C5-B7C5-4BE3-B820-3CDECAE1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B78BF-A0C1-4AA1-A9DD-11F646ACB0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544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7B5DF3-FA59-4242-8FD7-82A497B7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941BA-8095-4800-BCA7-06050DCD1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FCA5EE-A933-4FA2-9C8E-86B2BA1B1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17-3525-4C4E-A836-C2B7F597B60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A4B65F-775B-4924-A6AB-AED6C19F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6B1297-46D8-40A8-8BCC-ECAC2E383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B78BF-A0C1-4AA1-A9DD-11F646ACB0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96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72EC0-DAAE-4301-B08D-2670EB5AE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70A765-065A-4CD7-AB03-ED8B925E4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098DE9-0D88-4665-834C-7017786AC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17-3525-4C4E-A836-C2B7F597B60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E827C5-0F59-41BC-84E2-41BD95CA7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C0E76C-ACC7-4E08-84E0-5282E82F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B78BF-A0C1-4AA1-A9DD-11F646ACB0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0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2BAAD-8797-4E9B-A975-761387BF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6EAEA6-37E8-45A9-84CE-2637AA26B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D20E97-65EB-46EA-99B7-EEBFF4859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BFA4A5-3588-4305-93CD-566369199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17-3525-4C4E-A836-C2B7F597B60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29A57F-DD7F-4098-B239-65A1B1645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B92570-D2E5-4944-AB3A-DA405AFE8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B78BF-A0C1-4AA1-A9DD-11F646ACB0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17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A42C03-8FCC-48C0-9FC5-9B6990543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BB3DB3-0D35-4109-8AC3-808F8DA0E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CE7A53-F3FE-43F0-A54C-4A4FD0989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1CEBD7-2CC8-4B41-A678-86F24EBC0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DE64FC0-6918-414B-83CA-5FA6A0C51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6735E8-A03B-4B9B-9954-CD01FE01A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17-3525-4C4E-A836-C2B7F597B60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A169A4-DEF1-4820-B212-FA78A0C01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D75C0C1-5C13-474E-8E5D-368DE536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B78BF-A0C1-4AA1-A9DD-11F646ACB0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152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AF91A-FF62-4915-8AC5-6D1907AB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AAE7E8-9850-46BF-B227-23F08BFD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17-3525-4C4E-A836-C2B7F597B60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EEA2DE-02A6-4059-A05A-2500FE681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245E96-5274-4A6A-AB46-E7E41A57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B78BF-A0C1-4AA1-A9DD-11F646ACB0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154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5BCBBB-4849-4C9E-BD2B-10BDAF1EF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17-3525-4C4E-A836-C2B7F597B60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B853FC-EF44-40F4-82C5-4EAF795C1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52169B-E4FD-4932-B0BC-DE51BE09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B78BF-A0C1-4AA1-A9DD-11F646ACB0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344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C2D5A-0949-4F2D-8487-DEA601055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3EBB88-2BB3-4723-8EBC-E0E1C0444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CC5555-9A46-493D-BD7D-FD9AB2E6F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7C8742-5778-4742-85E2-F692EA69D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17-3525-4C4E-A836-C2B7F597B60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EABBFE-7378-4501-8C15-CCD6137B0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AF5E1F-B673-483C-A5DD-BDD16231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B78BF-A0C1-4AA1-A9DD-11F646ACB0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6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846161-2105-4C1F-A4BE-60E3E301E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FE5F13-EB14-4BB9-8E57-EF250323B9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A81786-939C-4AF7-A8DE-299BC2745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91202A-4080-4538-8FC3-12103862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17-3525-4C4E-A836-C2B7F597B60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C592AD-7CC8-4F59-B279-F6155CC64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F28ACC-6DFD-45DB-8CAD-32687545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B78BF-A0C1-4AA1-A9DD-11F646ACB0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003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B7DFF-96D0-4785-996D-0B23906F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BC4C95-96A5-4191-86FA-27B3DF551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062405-9F0D-4BE3-A774-987DBE119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17-3525-4C4E-A836-C2B7F597B60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2D395C-0754-427C-A941-D0F58560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7C6072-007E-40A0-84BB-E0855B2E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B78BF-A0C1-4AA1-A9DD-11F646ACB0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894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AFED28A-21D6-4A55-9BD9-A251CF3B0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5BA796-EC1A-46D8-B586-9621EF4F1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F5E71A-5006-4BEB-8199-37B80086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EA17-3525-4C4E-A836-C2B7F597B60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821A05-62FE-4E94-8B54-A9548781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FF213E-A912-41AD-BE91-402438C5A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B78BF-A0C1-4AA1-A9DD-11F646ACB0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776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6942D6-9105-47A5-B648-9AC5B3FD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CCC9B1-7128-45B2-AD3F-C731B074C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1FCD61-6781-4AA5-B6B7-619C3E53C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AEA17-3525-4C4E-A836-C2B7F597B605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A38816-2695-4022-AFAE-C533D881E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9A1215-CF58-4CA5-AD12-AF29E3FE1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B78BF-A0C1-4AA1-A9DD-11F646ACB0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63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6297BF7-69D0-4FF6-BB33-793E32657DE6}"/>
              </a:ext>
            </a:extLst>
          </p:cNvPr>
          <p:cNvSpPr/>
          <p:nvPr/>
        </p:nvSpPr>
        <p:spPr>
          <a:xfrm>
            <a:off x="1938528" y="676656"/>
            <a:ext cx="6281928" cy="1435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783894-5521-4C2F-B8C6-9B7730AD9A33}"/>
              </a:ext>
            </a:extLst>
          </p:cNvPr>
          <p:cNvSpPr txBox="1"/>
          <p:nvPr/>
        </p:nvSpPr>
        <p:spPr>
          <a:xfrm>
            <a:off x="1938528" y="307324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EC2@Ubuntu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5EE722-B8D1-4DE1-8EEA-27F2D835AD30}"/>
              </a:ext>
            </a:extLst>
          </p:cNvPr>
          <p:cNvSpPr/>
          <p:nvPr/>
        </p:nvSpPr>
        <p:spPr>
          <a:xfrm>
            <a:off x="1636776" y="1234440"/>
            <a:ext cx="603504" cy="2468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779849-8C56-469C-834D-02C0CAFFD40D}"/>
              </a:ext>
            </a:extLst>
          </p:cNvPr>
          <p:cNvSpPr txBox="1"/>
          <p:nvPr/>
        </p:nvSpPr>
        <p:spPr>
          <a:xfrm>
            <a:off x="424969" y="1173218"/>
            <a:ext cx="1211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Port/8080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9C5712-13F9-49C3-AAB2-357B7FDEC825}"/>
              </a:ext>
            </a:extLst>
          </p:cNvPr>
          <p:cNvSpPr/>
          <p:nvPr/>
        </p:nvSpPr>
        <p:spPr>
          <a:xfrm>
            <a:off x="2595577" y="922794"/>
            <a:ext cx="1847666" cy="8133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Security</a:t>
            </a:r>
          </a:p>
          <a:p>
            <a:pPr algn="ctr"/>
            <a:r>
              <a:rPr lang="en-US" altLang="ko-KR" dirty="0" err="1"/>
              <a:t>FilterChain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EAE208-A125-4E47-9684-42E4B16F6835}"/>
              </a:ext>
            </a:extLst>
          </p:cNvPr>
          <p:cNvSpPr/>
          <p:nvPr/>
        </p:nvSpPr>
        <p:spPr>
          <a:xfrm>
            <a:off x="5504688" y="922794"/>
            <a:ext cx="2244071" cy="8133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Spring Boot Server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4496DA-8416-4534-BF3C-B2109B9A0F50}"/>
              </a:ext>
            </a:extLst>
          </p:cNvPr>
          <p:cNvSpPr/>
          <p:nvPr/>
        </p:nvSpPr>
        <p:spPr>
          <a:xfrm>
            <a:off x="5994674" y="3570982"/>
            <a:ext cx="2253215" cy="1435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98A7BD-6029-4D06-A9CE-0D2AB1664DCE}"/>
              </a:ext>
            </a:extLst>
          </p:cNvPr>
          <p:cNvSpPr txBox="1"/>
          <p:nvPr/>
        </p:nvSpPr>
        <p:spPr>
          <a:xfrm>
            <a:off x="5918474" y="3201650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RDS@MySQL</a:t>
            </a:r>
            <a:endParaRPr lang="en-US" altLang="ko-KR" dirty="0"/>
          </a:p>
        </p:txBody>
      </p:sp>
      <p:sp>
        <p:nvSpPr>
          <p:cNvPr id="12" name="순서도: 내부 저장소 11">
            <a:extLst>
              <a:ext uri="{FF2B5EF4-FFF2-40B4-BE49-F238E27FC236}">
                <a16:creationId xmlns:a16="http://schemas.microsoft.com/office/drawing/2014/main" id="{1C320E60-B30E-4C7C-B0FB-82CD798C54A7}"/>
              </a:ext>
            </a:extLst>
          </p:cNvPr>
          <p:cNvSpPr/>
          <p:nvPr/>
        </p:nvSpPr>
        <p:spPr>
          <a:xfrm>
            <a:off x="6573013" y="3823442"/>
            <a:ext cx="1008888" cy="886968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B208AE1-777A-4508-8AB1-AAC8F4D37A9E}"/>
              </a:ext>
            </a:extLst>
          </p:cNvPr>
          <p:cNvCxnSpPr>
            <a:cxnSpLocks/>
          </p:cNvCxnSpPr>
          <p:nvPr/>
        </p:nvCxnSpPr>
        <p:spPr>
          <a:xfrm>
            <a:off x="7615525" y="1736110"/>
            <a:ext cx="0" cy="1583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1F4BE82-FF42-48EC-88D6-B771CB88D9D1}"/>
              </a:ext>
            </a:extLst>
          </p:cNvPr>
          <p:cNvSpPr/>
          <p:nvPr/>
        </p:nvSpPr>
        <p:spPr>
          <a:xfrm rot="5400000">
            <a:off x="7446746" y="3489448"/>
            <a:ext cx="369332" cy="16306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7D5EF-281F-440A-A73A-0AD73CD8E11C}"/>
              </a:ext>
            </a:extLst>
          </p:cNvPr>
          <p:cNvSpPr txBox="1"/>
          <p:nvPr/>
        </p:nvSpPr>
        <p:spPr>
          <a:xfrm>
            <a:off x="7692507" y="3235547"/>
            <a:ext cx="1211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Port/3306</a:t>
            </a:r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CC39856-19B3-47C3-9E00-886C8C02689F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240280" y="1329452"/>
            <a:ext cx="3264408" cy="28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7B17279-EF9B-4CEC-8829-635A138D5779}"/>
              </a:ext>
            </a:extLst>
          </p:cNvPr>
          <p:cNvSpPr/>
          <p:nvPr/>
        </p:nvSpPr>
        <p:spPr>
          <a:xfrm>
            <a:off x="1938528" y="2601468"/>
            <a:ext cx="3008804" cy="1435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8072BD-1EA8-49EB-BEC4-1B583F9D39AA}"/>
              </a:ext>
            </a:extLst>
          </p:cNvPr>
          <p:cNvSpPr txBox="1"/>
          <p:nvPr/>
        </p:nvSpPr>
        <p:spPr>
          <a:xfrm>
            <a:off x="1938528" y="2232136"/>
            <a:ext cx="1580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EC2@Ubuntu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008B7AD-67C7-49B5-BA81-2D110338AE1F}"/>
              </a:ext>
            </a:extLst>
          </p:cNvPr>
          <p:cNvSpPr/>
          <p:nvPr/>
        </p:nvSpPr>
        <p:spPr>
          <a:xfrm>
            <a:off x="2433431" y="2912614"/>
            <a:ext cx="2244071" cy="8133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Authentication</a:t>
            </a:r>
          </a:p>
          <a:p>
            <a:pPr algn="ctr"/>
            <a:r>
              <a:rPr lang="en-US" altLang="ko-KR" dirty="0"/>
              <a:t>Server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DE5F0D0-A08F-4567-830A-D38B1675C649}"/>
              </a:ext>
            </a:extLst>
          </p:cNvPr>
          <p:cNvSpPr/>
          <p:nvPr/>
        </p:nvSpPr>
        <p:spPr>
          <a:xfrm>
            <a:off x="1636776" y="3182112"/>
            <a:ext cx="603504" cy="2468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1A3C94-0E0D-4B7D-8E78-945EC162C107}"/>
              </a:ext>
            </a:extLst>
          </p:cNvPr>
          <p:cNvSpPr txBox="1"/>
          <p:nvPr/>
        </p:nvSpPr>
        <p:spPr>
          <a:xfrm>
            <a:off x="361482" y="3120890"/>
            <a:ext cx="1211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Port/8080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07FF38-4E84-48C6-80E4-C5D2D4F39991}"/>
              </a:ext>
            </a:extLst>
          </p:cNvPr>
          <p:cNvSpPr/>
          <p:nvPr/>
        </p:nvSpPr>
        <p:spPr>
          <a:xfrm>
            <a:off x="8699208" y="676656"/>
            <a:ext cx="3008804" cy="1435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E6BBB2-D705-4782-BE99-0D7E7DB087BD}"/>
              </a:ext>
            </a:extLst>
          </p:cNvPr>
          <p:cNvSpPr txBox="1"/>
          <p:nvPr/>
        </p:nvSpPr>
        <p:spPr>
          <a:xfrm>
            <a:off x="8699208" y="307324"/>
            <a:ext cx="1580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EC2@Ubuntu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2B9BF3D-3D38-44F7-8658-1B4070802654}"/>
              </a:ext>
            </a:extLst>
          </p:cNvPr>
          <p:cNvSpPr/>
          <p:nvPr/>
        </p:nvSpPr>
        <p:spPr>
          <a:xfrm>
            <a:off x="9509244" y="888147"/>
            <a:ext cx="1883494" cy="91104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Container(Redis)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711AD8-287B-41BC-8BFE-34B9CF12F308}"/>
              </a:ext>
            </a:extLst>
          </p:cNvPr>
          <p:cNvSpPr txBox="1"/>
          <p:nvPr/>
        </p:nvSpPr>
        <p:spPr>
          <a:xfrm>
            <a:off x="9489649" y="2137766"/>
            <a:ext cx="1883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Refresh tokens</a:t>
            </a:r>
          </a:p>
          <a:p>
            <a:r>
              <a:rPr lang="en-US" altLang="ko-KR" dirty="0"/>
              <a:t>RAG </a:t>
            </a:r>
            <a:r>
              <a:rPr lang="en-US" altLang="ko-KR" dirty="0" err="1"/>
              <a:t>datasourse</a:t>
            </a:r>
            <a:endParaRPr lang="en-US" altLang="ko-KR" dirty="0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CE01BC9-FE22-4759-BDB5-740905AA5D51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4677502" y="1569732"/>
            <a:ext cx="4831742" cy="1749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F8916A1-64B5-4DB0-802C-E56BC7FBB4FC}"/>
              </a:ext>
            </a:extLst>
          </p:cNvPr>
          <p:cNvCxnSpPr>
            <a:stCxn id="9" idx="3"/>
            <a:endCxn id="28" idx="1"/>
          </p:cNvCxnSpPr>
          <p:nvPr/>
        </p:nvCxnSpPr>
        <p:spPr>
          <a:xfrm>
            <a:off x="7748759" y="1329452"/>
            <a:ext cx="1760485" cy="14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462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와이드스크린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SSAFY</cp:lastModifiedBy>
  <cp:revision>2</cp:revision>
  <dcterms:created xsi:type="dcterms:W3CDTF">2025-07-21T02:00:35Z</dcterms:created>
  <dcterms:modified xsi:type="dcterms:W3CDTF">2025-07-21T02:01:32Z</dcterms:modified>
</cp:coreProperties>
</file>